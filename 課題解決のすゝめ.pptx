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4" d="100"/>
          <a:sy n="74" d="100"/>
        </p:scale>
        <p:origin x="327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BC9B7B-49B8-4919-A30C-8E5EAEDC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5FEF77-5EF2-4016-BBF0-8A84067B4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11BD99-BD25-4935-85C4-6050DC36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635E54-43E8-45E3-97E5-43BB3FC6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FDBB98-F56C-4AFF-92DD-EB613240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73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44377-0ED3-4192-B2C6-430C7848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5B278-5AC3-4B0D-91D7-EC1BB94C7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D34DE7-C58E-441F-BDD5-7A3EC767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5478C3-4D0F-4F2D-B039-B7C23D36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CB3798-5D3F-44DA-BC38-A2A43DFA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47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393C6-8F95-4FB2-9F0F-43D9D48F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2F530B-2884-497D-A623-EC7C0D1E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6A23F4-727C-44AF-BE81-40C4A69C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992EF7-A58B-461E-B2B9-407BA9D5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2C7A4-09E6-40E6-A638-BF717D61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21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2E57C-4BE1-485B-B23C-CFE56EA2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29808E-CDD9-4469-A3C2-1F9C0F07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F05160-846A-474C-AC7B-B42B96380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D8F18E-33C1-4168-883B-39BC6351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F2E216-E644-4B51-9500-57C37FF5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D731B3-90AD-4B40-974D-5540D83A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411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A80829-33CD-4F69-A0AC-1D9766BF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409FE1-C71A-44B0-887E-9C2FD0ED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61D080-A48B-45B2-BF73-274E3CD31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4D7EDE-061F-4124-BBC0-98FB5F745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153525-7C6E-4F45-8EEA-5E622CBA1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BA0603-2776-4565-BFC3-5C1A6621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830D41-7C25-44E8-947B-44A59769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60CC8A-C4A8-468D-80EE-14CBD407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25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3B401-0C3D-4042-AE19-46A3256E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50EFE6-B109-41FA-8851-7B17BA4F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B2B4346-D3BD-41E5-A0AD-F37A3873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A2ED4D-E4C8-443E-A76E-81890832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40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CD8EE6-E40D-4999-947A-99E719E0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4D655FB-1FFF-41EB-9B27-27B3AEFC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905519-A696-4856-8A85-4068E57D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50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13E64-528C-42D8-8765-3E9C621B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3D39D-25E0-40ED-AFBF-1110A177A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F4C430-40D1-4568-A45C-F7C4AFE62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AAF368-C722-4A2E-8DBC-BE115C74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9A2BAC-9010-4E08-BE39-93DFA2A1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948B7D-B7DC-4BFE-A86D-D443C98E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43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EC462E-2C71-46CC-BAFC-5055D210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938570-E8C3-4325-835D-E26E07302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FAE952-6CB7-4543-A85F-434DF2364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B3CA38-6A86-4A63-83A5-4493848E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4B4239-BA1C-4A62-9C71-8EE9BB72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DED1A9-95C7-4EC0-A851-BA014B36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89C32-EE2C-4C22-8987-84C36A9A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D354A8-56A3-47E6-B61A-E87152BAA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CD77C1-2985-44C9-B8F6-6A63D8CC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2B404B-9156-4BF6-A2ED-E6CCEDEF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64435-7E1A-4BD7-8C64-40D9C0FA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94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2E4F67-88E3-4CF1-BADB-299C417C0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75B07A-B74C-46CB-B1C1-ADEFB3557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C8BE02-78D1-4F6E-8C0D-2ED0A507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ED880D-BFF1-4315-9757-E8888F81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3EBEE2-28C7-40C6-9849-A4A8F110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50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90C373-3686-4C11-8350-EAA97B8E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BF2822-5767-445E-8278-07D66F04B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DB66AD-92C3-40C3-AC67-258CB4359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137FE-F04B-449E-A7C9-762D137DC6E2}" type="datetimeFigureOut">
              <a:rPr kumimoji="1" lang="ja-JP" altLang="en-US" smtClean="0"/>
              <a:t>2020/2/8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BEE7B-30F9-47F0-BD61-09EF16B2C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826153-095C-421A-BFD0-D21F1F323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B39C-81ED-41AC-86C7-85F99B6DF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4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1A563-82C5-42F6-9013-977012F95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課題解決のすゝめ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9B85C9-5FE7-44BC-BBA0-E92F4594F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725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B41E6-210A-451C-BA81-2EB29158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8C2F2D-D54E-4E02-85CF-51E1B3C07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223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019771-2A75-44BA-ADFF-400ED881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アントレプレナークラブとは？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323BE3-2561-4750-BEB0-BD8412486550}"/>
              </a:ext>
            </a:extLst>
          </p:cNvPr>
          <p:cNvSpPr txBox="1"/>
          <p:nvPr/>
        </p:nvSpPr>
        <p:spPr>
          <a:xfrm>
            <a:off x="2887429" y="3075057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課題解決をする部活</a:t>
            </a:r>
          </a:p>
        </p:txBody>
      </p:sp>
    </p:spTree>
    <p:extLst>
      <p:ext uri="{BB962C8B-B14F-4D97-AF65-F5344CB8AC3E}">
        <p14:creationId xmlns:p14="http://schemas.microsoft.com/office/powerpoint/2010/main" val="282524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A9C22-6F28-46E7-8CA1-033AAAE5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課題解決とは？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B1D020-CA35-4E88-AEAD-D61C3C2783C3}"/>
              </a:ext>
            </a:extLst>
          </p:cNvPr>
          <p:cNvSpPr txBox="1"/>
          <p:nvPr/>
        </p:nvSpPr>
        <p:spPr>
          <a:xfrm>
            <a:off x="2412940" y="2459504"/>
            <a:ext cx="634019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事実を正しく捉え、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ものごとの本質を見つめ、</a:t>
            </a:r>
            <a:endParaRPr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解決策を考え、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実践すること。</a:t>
            </a:r>
          </a:p>
        </p:txBody>
      </p:sp>
    </p:spTree>
    <p:extLst>
      <p:ext uri="{BB962C8B-B14F-4D97-AF65-F5344CB8AC3E}">
        <p14:creationId xmlns:p14="http://schemas.microsoft.com/office/powerpoint/2010/main" val="180876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A9C22-6F28-46E7-8CA1-033AAAE5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課題解決とは？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B1D020-CA35-4E88-AEAD-D61C3C2783C3}"/>
              </a:ext>
            </a:extLst>
          </p:cNvPr>
          <p:cNvSpPr txBox="1"/>
          <p:nvPr/>
        </p:nvSpPr>
        <p:spPr>
          <a:xfrm>
            <a:off x="5336649" y="2459504"/>
            <a:ext cx="634019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事実を正しく捉え、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ものごとの本質を見つめ、</a:t>
            </a:r>
            <a:endParaRPr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解決策を考え、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実践すること。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10790A-E4DC-4E19-B9D9-389B77439B1E}"/>
              </a:ext>
            </a:extLst>
          </p:cNvPr>
          <p:cNvSpPr txBox="1"/>
          <p:nvPr/>
        </p:nvSpPr>
        <p:spPr>
          <a:xfrm>
            <a:off x="838200" y="2459504"/>
            <a:ext cx="121058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背景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</a:t>
            </a:r>
            <a:endParaRPr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方法</a:t>
            </a:r>
            <a:endParaRPr kumimoji="1" lang="en-US" altLang="ja-JP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結果</a:t>
            </a:r>
            <a:endParaRPr kumimoji="1" lang="ja-JP" altLang="en-US" sz="4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8132010-27F8-4C9B-9EE5-FCC88230728E}"/>
              </a:ext>
            </a:extLst>
          </p:cNvPr>
          <p:cNvCxnSpPr>
            <a:cxnSpLocks/>
          </p:cNvCxnSpPr>
          <p:nvPr/>
        </p:nvCxnSpPr>
        <p:spPr>
          <a:xfrm flipV="1">
            <a:off x="3670478" y="2311758"/>
            <a:ext cx="0" cy="28075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23F57A3-050E-4AAC-B1FC-A365491D9C4B}"/>
              </a:ext>
            </a:extLst>
          </p:cNvPr>
          <p:cNvSpPr txBox="1"/>
          <p:nvPr/>
        </p:nvSpPr>
        <p:spPr>
          <a:xfrm>
            <a:off x="1899979" y="5740422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その過程で、技術を使うことが多い</a:t>
            </a:r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E601E829-3BB3-49AD-A473-D59A5CA1CC19}"/>
              </a:ext>
            </a:extLst>
          </p:cNvPr>
          <p:cNvSpPr/>
          <p:nvPr/>
        </p:nvSpPr>
        <p:spPr>
          <a:xfrm rot="5400000">
            <a:off x="897678" y="5780853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77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78B58-9380-4481-83D8-5D393C30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考える必要があること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4ED2F-1017-4391-BA9F-06AE96E864DE}"/>
              </a:ext>
            </a:extLst>
          </p:cNvPr>
          <p:cNvSpPr txBox="1"/>
          <p:nvPr/>
        </p:nvSpPr>
        <p:spPr>
          <a:xfrm>
            <a:off x="838200" y="1803462"/>
            <a:ext cx="563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何の技術を、どう使うか？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6475A2-D629-4617-93C2-03186AFE6003}"/>
              </a:ext>
            </a:extLst>
          </p:cNvPr>
          <p:cNvSpPr txBox="1"/>
          <p:nvPr/>
        </p:nvSpPr>
        <p:spPr>
          <a:xfrm>
            <a:off x="838200" y="392401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ナゼ、使うのか？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616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78B58-9380-4481-83D8-5D393C30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考える必要があること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4ED2F-1017-4391-BA9F-06AE96E864DE}"/>
              </a:ext>
            </a:extLst>
          </p:cNvPr>
          <p:cNvSpPr txBox="1"/>
          <p:nvPr/>
        </p:nvSpPr>
        <p:spPr>
          <a:xfrm>
            <a:off x="838200" y="1803462"/>
            <a:ext cx="563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何の技術を、どう使うか？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6475A2-D629-4617-93C2-03186AFE6003}"/>
              </a:ext>
            </a:extLst>
          </p:cNvPr>
          <p:cNvSpPr txBox="1"/>
          <p:nvPr/>
        </p:nvSpPr>
        <p:spPr>
          <a:xfrm>
            <a:off x="838200" y="392401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ナゼ、使うのか？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A46C22-E9A8-4073-A948-C260FD176123}"/>
              </a:ext>
            </a:extLst>
          </p:cNvPr>
          <p:cNvSpPr txBox="1"/>
          <p:nvPr/>
        </p:nvSpPr>
        <p:spPr>
          <a:xfrm>
            <a:off x="8196329" y="1803462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What ?    How ?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69B3F7-C381-4250-9525-2A2786FFD856}"/>
              </a:ext>
            </a:extLst>
          </p:cNvPr>
          <p:cNvSpPr txBox="1"/>
          <p:nvPr/>
        </p:nvSpPr>
        <p:spPr>
          <a:xfrm>
            <a:off x="8196329" y="3924009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Why ? 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B7212061-4313-4675-A6CC-89514B4C7854}"/>
              </a:ext>
            </a:extLst>
          </p:cNvPr>
          <p:cNvSpPr/>
          <p:nvPr/>
        </p:nvSpPr>
        <p:spPr>
          <a:xfrm rot="5400000">
            <a:off x="7040858" y="1842421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83F119D9-DB38-44E3-B47D-06B74773DC1C}"/>
              </a:ext>
            </a:extLst>
          </p:cNvPr>
          <p:cNvSpPr/>
          <p:nvPr/>
        </p:nvSpPr>
        <p:spPr>
          <a:xfrm rot="5400000">
            <a:off x="7040857" y="3963703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94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78B58-9380-4481-83D8-5D393C30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考える必要があること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4ED2F-1017-4391-BA9F-06AE96E864DE}"/>
              </a:ext>
            </a:extLst>
          </p:cNvPr>
          <p:cNvSpPr txBox="1"/>
          <p:nvPr/>
        </p:nvSpPr>
        <p:spPr>
          <a:xfrm>
            <a:off x="838200" y="1803462"/>
            <a:ext cx="563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何の技術を、どう使うか？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6475A2-D629-4617-93C2-03186AFE6003}"/>
              </a:ext>
            </a:extLst>
          </p:cNvPr>
          <p:cNvSpPr txBox="1"/>
          <p:nvPr/>
        </p:nvSpPr>
        <p:spPr>
          <a:xfrm>
            <a:off x="838200" y="392401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ナゼ、使うのか？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A46C22-E9A8-4073-A948-C260FD176123}"/>
              </a:ext>
            </a:extLst>
          </p:cNvPr>
          <p:cNvSpPr txBox="1"/>
          <p:nvPr/>
        </p:nvSpPr>
        <p:spPr>
          <a:xfrm>
            <a:off x="8196329" y="1803462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What ?    How ?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69B3F7-C381-4250-9525-2A2786FFD856}"/>
              </a:ext>
            </a:extLst>
          </p:cNvPr>
          <p:cNvSpPr txBox="1"/>
          <p:nvPr/>
        </p:nvSpPr>
        <p:spPr>
          <a:xfrm>
            <a:off x="8196329" y="3924009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Why ? 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B7212061-4313-4675-A6CC-89514B4C7854}"/>
              </a:ext>
            </a:extLst>
          </p:cNvPr>
          <p:cNvSpPr/>
          <p:nvPr/>
        </p:nvSpPr>
        <p:spPr>
          <a:xfrm rot="5400000">
            <a:off x="7040858" y="1842421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58FB7F-A76E-4D63-90C3-239E07CFB02B}"/>
              </a:ext>
            </a:extLst>
          </p:cNvPr>
          <p:cNvSpPr txBox="1"/>
          <p:nvPr/>
        </p:nvSpPr>
        <p:spPr>
          <a:xfrm>
            <a:off x="1331890" y="2802090"/>
            <a:ext cx="9952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全力でサポートできます。いつでも聞いてください！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83F119D9-DB38-44E3-B47D-06B74773DC1C}"/>
              </a:ext>
            </a:extLst>
          </p:cNvPr>
          <p:cNvSpPr/>
          <p:nvPr/>
        </p:nvSpPr>
        <p:spPr>
          <a:xfrm rot="5400000">
            <a:off x="7040857" y="3963703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848527-AC12-486A-BD8A-28AD53E74A22}"/>
              </a:ext>
            </a:extLst>
          </p:cNvPr>
          <p:cNvSpPr/>
          <p:nvPr/>
        </p:nvSpPr>
        <p:spPr>
          <a:xfrm>
            <a:off x="644479" y="3625403"/>
            <a:ext cx="11326969" cy="199622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47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78B58-9380-4481-83D8-5D393C30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考える必要があること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4ED2F-1017-4391-BA9F-06AE96E864DE}"/>
              </a:ext>
            </a:extLst>
          </p:cNvPr>
          <p:cNvSpPr txBox="1"/>
          <p:nvPr/>
        </p:nvSpPr>
        <p:spPr>
          <a:xfrm>
            <a:off x="838200" y="1803462"/>
            <a:ext cx="563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何の技術を、どう使うか？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6475A2-D629-4617-93C2-03186AFE6003}"/>
              </a:ext>
            </a:extLst>
          </p:cNvPr>
          <p:cNvSpPr txBox="1"/>
          <p:nvPr/>
        </p:nvSpPr>
        <p:spPr>
          <a:xfrm>
            <a:off x="838200" y="392401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ナゼ、使うのか？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A46C22-E9A8-4073-A948-C260FD176123}"/>
              </a:ext>
            </a:extLst>
          </p:cNvPr>
          <p:cNvSpPr txBox="1"/>
          <p:nvPr/>
        </p:nvSpPr>
        <p:spPr>
          <a:xfrm>
            <a:off x="8196329" y="1803462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What ?    How ?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69B3F7-C381-4250-9525-2A2786FFD856}"/>
              </a:ext>
            </a:extLst>
          </p:cNvPr>
          <p:cNvSpPr txBox="1"/>
          <p:nvPr/>
        </p:nvSpPr>
        <p:spPr>
          <a:xfrm>
            <a:off x="8196329" y="3924009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Why ? 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B7212061-4313-4675-A6CC-89514B4C7854}"/>
              </a:ext>
            </a:extLst>
          </p:cNvPr>
          <p:cNvSpPr/>
          <p:nvPr/>
        </p:nvSpPr>
        <p:spPr>
          <a:xfrm rot="5400000">
            <a:off x="7040858" y="1842421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58FB7F-A76E-4D63-90C3-239E07CFB02B}"/>
              </a:ext>
            </a:extLst>
          </p:cNvPr>
          <p:cNvSpPr txBox="1"/>
          <p:nvPr/>
        </p:nvSpPr>
        <p:spPr>
          <a:xfrm>
            <a:off x="1331890" y="2802090"/>
            <a:ext cx="9952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全力でサポートできます。いつでも聞いてください！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A21DD9-5D9F-43F3-8C8F-E3217358F3C1}"/>
              </a:ext>
            </a:extLst>
          </p:cNvPr>
          <p:cNvSpPr txBox="1"/>
          <p:nvPr/>
        </p:nvSpPr>
        <p:spPr>
          <a:xfrm>
            <a:off x="1331890" y="4867370"/>
            <a:ext cx="9952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自分で「解決したい！」と思ったものの方が、やる気が出る。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83F119D9-DB38-44E3-B47D-06B74773DC1C}"/>
              </a:ext>
            </a:extLst>
          </p:cNvPr>
          <p:cNvSpPr/>
          <p:nvPr/>
        </p:nvSpPr>
        <p:spPr>
          <a:xfrm rot="5400000">
            <a:off x="7040857" y="3963703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3CC63DB-9D6C-4479-8F1F-E94291D5DC9A}"/>
              </a:ext>
            </a:extLst>
          </p:cNvPr>
          <p:cNvSpPr/>
          <p:nvPr/>
        </p:nvSpPr>
        <p:spPr>
          <a:xfrm>
            <a:off x="644479" y="1568461"/>
            <a:ext cx="11326969" cy="199622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568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78B58-9380-4481-83D8-5D393C30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考える必要があること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4ED2F-1017-4391-BA9F-06AE96E864DE}"/>
              </a:ext>
            </a:extLst>
          </p:cNvPr>
          <p:cNvSpPr txBox="1"/>
          <p:nvPr/>
        </p:nvSpPr>
        <p:spPr>
          <a:xfrm>
            <a:off x="838200" y="1803462"/>
            <a:ext cx="563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何の技術を、どう使うか？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6475A2-D629-4617-93C2-03186AFE6003}"/>
              </a:ext>
            </a:extLst>
          </p:cNvPr>
          <p:cNvSpPr txBox="1"/>
          <p:nvPr/>
        </p:nvSpPr>
        <p:spPr>
          <a:xfrm>
            <a:off x="838200" y="392401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ナゼ、使うのか？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A46C22-E9A8-4073-A948-C260FD176123}"/>
              </a:ext>
            </a:extLst>
          </p:cNvPr>
          <p:cNvSpPr txBox="1"/>
          <p:nvPr/>
        </p:nvSpPr>
        <p:spPr>
          <a:xfrm>
            <a:off x="8196329" y="1803462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What ?    How ?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69B3F7-C381-4250-9525-2A2786FFD856}"/>
              </a:ext>
            </a:extLst>
          </p:cNvPr>
          <p:cNvSpPr txBox="1"/>
          <p:nvPr/>
        </p:nvSpPr>
        <p:spPr>
          <a:xfrm>
            <a:off x="8196329" y="3924009"/>
            <a:ext cx="321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Why ? </a:t>
            </a:r>
            <a:endParaRPr kumimoji="1" lang="ja-JP" altLang="en-US" sz="3200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B7212061-4313-4675-A6CC-89514B4C7854}"/>
              </a:ext>
            </a:extLst>
          </p:cNvPr>
          <p:cNvSpPr/>
          <p:nvPr/>
        </p:nvSpPr>
        <p:spPr>
          <a:xfrm rot="5400000">
            <a:off x="7040858" y="1842421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58FB7F-A76E-4D63-90C3-239E07CFB02B}"/>
              </a:ext>
            </a:extLst>
          </p:cNvPr>
          <p:cNvSpPr txBox="1"/>
          <p:nvPr/>
        </p:nvSpPr>
        <p:spPr>
          <a:xfrm>
            <a:off x="1331890" y="2802090"/>
            <a:ext cx="9952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全力でサポートできます。いつでも聞いてください！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A21DD9-5D9F-43F3-8C8F-E3217358F3C1}"/>
              </a:ext>
            </a:extLst>
          </p:cNvPr>
          <p:cNvSpPr txBox="1"/>
          <p:nvPr/>
        </p:nvSpPr>
        <p:spPr>
          <a:xfrm>
            <a:off x="1331890" y="4867370"/>
            <a:ext cx="9952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自分で「解決したい！」と思ったものの方が、やる気が出る。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83F119D9-DB38-44E3-B47D-06B74773DC1C}"/>
              </a:ext>
            </a:extLst>
          </p:cNvPr>
          <p:cNvSpPr/>
          <p:nvPr/>
        </p:nvSpPr>
        <p:spPr>
          <a:xfrm rot="5400000">
            <a:off x="7040857" y="3963703"/>
            <a:ext cx="586247" cy="50538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C7DB787-8AFC-4330-8AB6-487D3A2EE5FB}"/>
              </a:ext>
            </a:extLst>
          </p:cNvPr>
          <p:cNvSpPr txBox="1"/>
          <p:nvPr/>
        </p:nvSpPr>
        <p:spPr>
          <a:xfrm>
            <a:off x="2343713" y="5784989"/>
            <a:ext cx="8255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課題は、自分でみつけた方がいい。</a:t>
            </a:r>
          </a:p>
        </p:txBody>
      </p:sp>
    </p:spTree>
    <p:extLst>
      <p:ext uri="{BB962C8B-B14F-4D97-AF65-F5344CB8AC3E}">
        <p14:creationId xmlns:p14="http://schemas.microsoft.com/office/powerpoint/2010/main" val="392195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003BA-FCA6-4669-8D37-F948D6E0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課題をみつけるには？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BD57BA-9672-4035-8942-03528808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70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298</Words>
  <Application>Microsoft Office PowerPoint</Application>
  <PresentationFormat>ワイド画面</PresentationFormat>
  <Paragraphs>49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メイリオ</vt:lpstr>
      <vt:lpstr>游ゴシック</vt:lpstr>
      <vt:lpstr>游ゴシック Light</vt:lpstr>
      <vt:lpstr>Arial</vt:lpstr>
      <vt:lpstr>Segoe UI</vt:lpstr>
      <vt:lpstr>Office テーマ</vt:lpstr>
      <vt:lpstr>課題解決のすゝめ</vt:lpstr>
      <vt:lpstr>目次</vt:lpstr>
      <vt:lpstr>アントレプレナークラブとは？</vt:lpstr>
      <vt:lpstr>課題解決とは？</vt:lpstr>
      <vt:lpstr>課題解決とは？</vt:lpstr>
      <vt:lpstr>考える必要があること</vt:lpstr>
      <vt:lpstr>考える必要があること</vt:lpstr>
      <vt:lpstr>考える必要があること</vt:lpstr>
      <vt:lpstr>考える必要があること</vt:lpstr>
      <vt:lpstr>考える必要があること</vt:lpstr>
      <vt:lpstr>課題をみつけるには？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課題解決のすゝめ</dc:title>
  <dc:creator>Oguro Shiyu</dc:creator>
  <cp:lastModifiedBy>Oguro Shiyu</cp:lastModifiedBy>
  <cp:revision>18</cp:revision>
  <dcterms:created xsi:type="dcterms:W3CDTF">2020-02-08T05:17:53Z</dcterms:created>
  <dcterms:modified xsi:type="dcterms:W3CDTF">2020-02-08T06:19:45Z</dcterms:modified>
</cp:coreProperties>
</file>